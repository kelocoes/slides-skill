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585" r:id="rId4"/>
    <p:sldMasterId id="2147494609" r:id="rId5"/>
    <p:sldMasterId id="2147494622" r:id="rId6"/>
    <p:sldMasterId id="2147494727" r:id="rId7"/>
  </p:sldMasterIdLst>
  <p:notesMasterIdLst>
    <p:notesMasterId r:id="rId34"/>
  </p:notesMasterIdLst>
  <p:handoutMasterIdLst>
    <p:handoutMasterId r:id="rId35"/>
  </p:handoutMasterIdLst>
  <p:sldIdLst>
    <p:sldId id="548" r:id="rId8"/>
    <p:sldId id="549" r:id="rId9"/>
    <p:sldId id="550" r:id="rId10"/>
    <p:sldId id="573" r:id="rId11"/>
    <p:sldId id="552" r:id="rId12"/>
    <p:sldId id="553" r:id="rId13"/>
    <p:sldId id="554" r:id="rId14"/>
    <p:sldId id="574" r:id="rId15"/>
    <p:sldId id="556" r:id="rId16"/>
    <p:sldId id="558" r:id="rId17"/>
    <p:sldId id="560" r:id="rId18"/>
    <p:sldId id="586" r:id="rId19"/>
    <p:sldId id="587" r:id="rId20"/>
    <p:sldId id="588" r:id="rId21"/>
    <p:sldId id="597" r:id="rId22"/>
    <p:sldId id="598" r:id="rId23"/>
    <p:sldId id="600" r:id="rId24"/>
    <p:sldId id="601" r:id="rId25"/>
    <p:sldId id="602" r:id="rId26"/>
    <p:sldId id="571" r:id="rId27"/>
    <p:sldId id="561" r:id="rId28"/>
    <p:sldId id="562" r:id="rId29"/>
    <p:sldId id="564" r:id="rId30"/>
    <p:sldId id="580" r:id="rId31"/>
    <p:sldId id="565" r:id="rId32"/>
    <p:sldId id="584" r:id="rId33"/>
  </p:sldIdLst>
  <p:sldSz cx="12188825" cy="6858000"/>
  <p:notesSz cx="6858000" cy="9144000"/>
  <p:defaultTextStyle>
    <a:defPPr>
      <a:defRPr lang="en-US"/>
    </a:defPPr>
    <a:lvl1pPr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8013" indent="-1508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7613" indent="-3032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5625" indent="-4540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5225" indent="-6064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4E9"/>
    <a:srgbClr val="E4EB60"/>
    <a:srgbClr val="FF7F00"/>
    <a:srgbClr val="865CF0"/>
    <a:srgbClr val="E9683B"/>
    <a:srgbClr val="4CBA79"/>
    <a:srgbClr val="020B0F"/>
    <a:srgbClr val="000000"/>
    <a:srgbClr val="272166"/>
    <a:srgbClr val="FF4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93" autoAdjust="0"/>
    <p:restoredTop sz="95735" autoAdjust="0"/>
  </p:normalViewPr>
  <p:slideViewPr>
    <p:cSldViewPr snapToGrid="0" snapToObjects="1">
      <p:cViewPr varScale="1">
        <p:scale>
          <a:sx n="82" d="100"/>
          <a:sy n="82" d="100"/>
        </p:scale>
        <p:origin x="749" y="7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348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C3FEF5C1-BBCC-3D42-B35E-B39626702928}" type="datetime1">
              <a:rPr lang="en-US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8A150AC2-2CAD-684B-9F3A-46AC5E45B09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97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D61C9CD6-F72A-9E47-BFED-E6FD178FFA7B}" type="datetime1">
              <a:rPr lang="en-US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54687C-0F63-C543-8A00-A10F948442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710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80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76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56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52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426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AB9AEDC-188E-354C-A07D-5C3EE040B805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E4E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A07A76-CBC0-1E49-8670-6E1B3AA263E1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79" y="3048000"/>
            <a:ext cx="5397633" cy="1467949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779" y="4942976"/>
            <a:ext cx="3736676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CO" dirty="0"/>
              <a:t>Subtítulo de la presentación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F8ED66A-5ABF-31E2-FA25-77BCA36FB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91" y="841477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3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235861E-BC0D-EA47-B516-5487EB3B1660}"/>
              </a:ext>
            </a:extLst>
          </p:cNvPr>
          <p:cNvSpPr/>
          <p:nvPr userDrawn="1"/>
        </p:nvSpPr>
        <p:spPr>
          <a:xfrm>
            <a:off x="2321169" y="6001831"/>
            <a:ext cx="10040816" cy="1032015"/>
          </a:xfrm>
          <a:prstGeom prst="rect">
            <a:avLst/>
          </a:prstGeom>
          <a:solidFill>
            <a:srgbClr val="4CB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982" y="2078183"/>
            <a:ext cx="6400800" cy="1909168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4CBA7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5029" y="4139088"/>
            <a:ext cx="6411722" cy="668439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61093AC-C7A3-CB2F-D1FB-4A831FF994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09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9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E59908A-AD04-3E4B-ABCA-989AB9E137A1}"/>
              </a:ext>
            </a:extLst>
          </p:cNvPr>
          <p:cNvSpPr/>
          <p:nvPr userDrawn="1"/>
        </p:nvSpPr>
        <p:spPr>
          <a:xfrm>
            <a:off x="-211015" y="4484077"/>
            <a:ext cx="12573000" cy="2549769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2A68501-84A2-3345-8FDA-B834A5C26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5381052"/>
            <a:ext cx="12908591" cy="1547286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2937092"/>
            <a:ext cx="8416331" cy="1317095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455" y="4766150"/>
            <a:ext cx="8430692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76ECE84-DDF5-7190-FA6D-AB971D3794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909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1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460C177-EA11-3045-A049-2F189482AB41}"/>
              </a:ext>
            </a:extLst>
          </p:cNvPr>
          <p:cNvSpPr/>
          <p:nvPr userDrawn="1"/>
        </p:nvSpPr>
        <p:spPr>
          <a:xfrm>
            <a:off x="5152292" y="-158750"/>
            <a:ext cx="7176233" cy="71745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E33127-8E4E-D94B-AFED-94B91C7AF9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3025" y="-158750"/>
            <a:ext cx="7175500" cy="717550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4EF172-71FF-774B-B08F-E545FD3603C8}"/>
              </a:ext>
            </a:extLst>
          </p:cNvPr>
          <p:cNvSpPr/>
          <p:nvPr userDrawn="1"/>
        </p:nvSpPr>
        <p:spPr>
          <a:xfrm>
            <a:off x="-56669" y="-158262"/>
            <a:ext cx="5208961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8C8540-D360-0041-AA0A-7C7F456B16E0}"/>
              </a:ext>
            </a:extLst>
          </p:cNvPr>
          <p:cNvSpPr/>
          <p:nvPr userDrawn="1"/>
        </p:nvSpPr>
        <p:spPr>
          <a:xfrm>
            <a:off x="474093" y="5361362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400" y="2222164"/>
            <a:ext cx="4056369" cy="2031397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8CEC94B8-E518-5E4B-96B3-807DB56AF8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9400" y="4451044"/>
            <a:ext cx="4056369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A2E4D4-2430-1D8B-DE0B-AD419236EC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91" y="841477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8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253CF8-E40C-8B4A-920F-D39FFAC238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36525" y="-122238"/>
            <a:ext cx="12465050" cy="7162801"/>
          </a:xfrm>
          <a:prstGeom prst="rect">
            <a:avLst/>
          </a:prstGeom>
        </p:spPr>
        <p:txBody>
          <a:bodyPr anchor="t"/>
          <a:lstStyle>
            <a:lvl1pPr algn="ctr">
              <a:defRPr sz="1800"/>
            </a:lvl1pPr>
          </a:lstStyle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C563568-052F-6F4F-B607-42D06B3D6BFE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60E7FE-605D-2643-9C55-A73D287C501A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771" y="3085828"/>
            <a:ext cx="5318641" cy="1502051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061DE2D-078D-F440-70B1-9CC4B708F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60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3CAB425-8E07-9D4D-9049-B0B1329A6F46}"/>
              </a:ext>
            </a:extLst>
          </p:cNvPr>
          <p:cNvSpPr/>
          <p:nvPr userDrawn="1"/>
        </p:nvSpPr>
        <p:spPr>
          <a:xfrm>
            <a:off x="-1" y="-150124"/>
            <a:ext cx="12310281" cy="483205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1918474"/>
            <a:ext cx="6075405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96EC0B-0794-338D-95C7-AB2B92179F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0956" y="5552313"/>
            <a:ext cx="1676890" cy="90892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99A5E94-0EA1-C949-9C55-E6ACA28B780D}"/>
              </a:ext>
            </a:extLst>
          </p:cNvPr>
          <p:cNvSpPr/>
          <p:nvPr userDrawn="1"/>
        </p:nvSpPr>
        <p:spPr>
          <a:xfrm>
            <a:off x="5226728" y="-150123"/>
            <a:ext cx="7083551" cy="9553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F38ED0E2-7D5D-114C-AE24-235B3D878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9398" y="3488320"/>
            <a:ext cx="6048823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81478CF-A650-AFED-AB7E-28D42B9654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909" y="5552313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0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B59E292-22CD-2242-84F5-87DE6724E9AF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62F47D7-565E-E44F-8739-8ACD848CE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82FDB0-1956-B24A-9FAC-F5BAC86FAB57}"/>
              </a:ext>
            </a:extLst>
          </p:cNvPr>
          <p:cNvSpPr/>
          <p:nvPr userDrawn="1"/>
        </p:nvSpPr>
        <p:spPr>
          <a:xfrm>
            <a:off x="5578475" y="-136525"/>
            <a:ext cx="6783388" cy="71310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711C668F-59A2-4D4C-BB85-FA31A95EA8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8353" y="-136525"/>
            <a:ext cx="6783388" cy="71310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62300E-9AF7-C744-8810-3D8B01FF0EDA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CBA4ECBA-158E-F64D-AD06-46687ADE7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74B9A36-CCE1-1E4A-91A3-9AB71D15F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C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8CB1126-B7E9-FB47-BF9C-5C60C4BCC98B}"/>
              </a:ext>
            </a:extLst>
          </p:cNvPr>
          <p:cNvSpPr/>
          <p:nvPr userDrawn="1"/>
        </p:nvSpPr>
        <p:spPr>
          <a:xfrm>
            <a:off x="5213445" y="5786654"/>
            <a:ext cx="6975380" cy="1064526"/>
          </a:xfrm>
          <a:prstGeom prst="rect">
            <a:avLst/>
          </a:prstGeom>
          <a:solidFill>
            <a:srgbClr val="4CB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3903260" y="4616244"/>
            <a:ext cx="8285565" cy="15525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8788" y="4858604"/>
            <a:ext cx="7628412" cy="10781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5559A92C-15FD-1442-8D59-E376861021A9}"/>
              </a:ext>
            </a:extLst>
          </p:cNvPr>
          <p:cNvSpPr txBox="1">
            <a:spLocks/>
          </p:cNvSpPr>
          <p:nvPr userDrawn="1"/>
        </p:nvSpPr>
        <p:spPr>
          <a:xfrm>
            <a:off x="5595582" y="6318917"/>
            <a:ext cx="6291617" cy="453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5454E9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ES" sz="1800" dirty="0">
                <a:solidFill>
                  <a:schemeClr val="bg1"/>
                </a:solidFill>
              </a:rPr>
              <a:t>Clic para agregar texto</a:t>
            </a:r>
            <a:endParaRPr lang="es-CO" sz="1800" dirty="0">
              <a:solidFill>
                <a:schemeClr val="bg1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2037DCC-E2DE-0B44-2521-641F542A4D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91" y="592095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7AD0216-A3FA-5C47-A58F-E913DAAAE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2830" y="2006221"/>
            <a:ext cx="12484815" cy="4954137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-122830" y="1276065"/>
            <a:ext cx="8761863" cy="730156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131" y="1269242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21CF4DC-51AA-2221-757A-5C70D558A2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5767615"/>
            <a:ext cx="2177122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E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749A815-211B-D04F-A10B-7D009842EE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co_der_sup">
    <p:bg>
      <p:bgPr>
        <a:solidFill>
          <a:srgbClr val="4CB9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CD50E78-3BF5-AD2B-EF5E-6D21194DB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8E4C0BF-C8C4-CC8A-4E13-3F9D04B9D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9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co_der_sup">
    <p:bg>
      <p:bgPr>
        <a:solidFill>
          <a:srgbClr val="E2E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97B202-0B78-F9A3-EDF5-2A22CB061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1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ED7B6FD-A78B-2AC3-F799-65C2CEA2B4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9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33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co_der_sup">
    <p:bg>
      <p:bgPr>
        <a:solidFill>
          <a:srgbClr val="F06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8780A7-0696-9025-1FBF-72511C0C2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C62F1F80-EE60-BD40-3263-BD2A866698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0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co_der_sup">
    <p:bg>
      <p:bgPr>
        <a:solidFill>
          <a:srgbClr val="855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90426F-8756-9BD5-E1A5-747B163956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0A093D5-3747-EDD6-6F3C-C3BE99C07A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42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1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1466B55-BCED-9E4D-913B-DC22D24A6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87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545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788676"/>
            <a:ext cx="7807138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122B592D-08CB-C7B4-59C3-5F986C406D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91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E2EB5F"/>
          </a:solidFill>
          <a:ln>
            <a:solidFill>
              <a:srgbClr val="E2EB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788676"/>
            <a:ext cx="7807138" cy="647749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CA22D4A-50E6-30F3-17FB-B37522BA7D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34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4CB978"/>
          </a:solidFill>
          <a:ln>
            <a:solidFill>
              <a:srgbClr val="4CB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788676"/>
            <a:ext cx="7807138" cy="647749"/>
          </a:xfrm>
          <a:prstGeom prst="rect">
            <a:avLst/>
          </a:prstGeom>
          <a:solidFill>
            <a:srgbClr val="855CF0"/>
          </a:solidFill>
          <a:ln>
            <a:solidFill>
              <a:srgbClr val="855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17B05347-DE83-3BDB-6CB7-91A89505A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11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855CF0"/>
          </a:solidFill>
          <a:ln>
            <a:solidFill>
              <a:srgbClr val="855C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801929"/>
            <a:ext cx="7807138" cy="647749"/>
          </a:xfrm>
          <a:prstGeom prst="rect">
            <a:avLst/>
          </a:prstGeom>
          <a:solidFill>
            <a:srgbClr val="E2EB5F"/>
          </a:solidFill>
          <a:ln>
            <a:solidFill>
              <a:srgbClr val="E2E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2859F05-3148-430E-87AC-BF673D9D9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0048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545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788676"/>
            <a:ext cx="7807138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2859F05-3148-430E-87AC-BF673D9D9D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3458EA1-F3D9-436A-AE23-DB99D78BA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8166"/>
          <a:stretch/>
        </p:blipFill>
        <p:spPr>
          <a:xfrm>
            <a:off x="9674332" y="806196"/>
            <a:ext cx="2514493" cy="485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58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E2EB5F"/>
          </a:solidFill>
          <a:ln>
            <a:solidFill>
              <a:srgbClr val="E2EB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788676"/>
            <a:ext cx="7807138" cy="647749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B3E06AF-2A8A-4321-BD2E-12D3E1314E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8166"/>
          <a:stretch/>
        </p:blipFill>
        <p:spPr>
          <a:xfrm>
            <a:off x="9674332" y="806196"/>
            <a:ext cx="2514493" cy="4852326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0DADCD99-02F1-42C0-0F1E-AEE5B0AC0C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99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4CB978"/>
          </a:solidFill>
          <a:ln>
            <a:solidFill>
              <a:srgbClr val="4CB9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788676"/>
            <a:ext cx="7807138" cy="647749"/>
          </a:xfrm>
          <a:prstGeom prst="rect">
            <a:avLst/>
          </a:prstGeom>
          <a:solidFill>
            <a:srgbClr val="855CF0"/>
          </a:solidFill>
          <a:ln>
            <a:solidFill>
              <a:srgbClr val="855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430BCB6-34D3-49F0-A421-23841DA2B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8166"/>
          <a:stretch/>
        </p:blipFill>
        <p:spPr>
          <a:xfrm>
            <a:off x="9674332" y="806196"/>
            <a:ext cx="2514493" cy="4852326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A8B73759-DA3C-8357-8DA8-CA3B8253B3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388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855CF0"/>
          </a:solidFill>
          <a:ln>
            <a:solidFill>
              <a:srgbClr val="855C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801929"/>
            <a:ext cx="7807138" cy="647749"/>
          </a:xfrm>
          <a:prstGeom prst="rect">
            <a:avLst/>
          </a:prstGeom>
          <a:solidFill>
            <a:srgbClr val="E2EB5F"/>
          </a:solidFill>
          <a:ln>
            <a:solidFill>
              <a:srgbClr val="E2E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AEA86E9-0180-40EC-B439-AF429BB98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8166"/>
          <a:stretch/>
        </p:blipFill>
        <p:spPr>
          <a:xfrm>
            <a:off x="9674332" y="806196"/>
            <a:ext cx="2514493" cy="4852326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76D38914-2A17-49C6-0FF6-8EFE3A0491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240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0">
            <a:extLst>
              <a:ext uri="{FF2B5EF4-FFF2-40B4-BE49-F238E27FC236}">
                <a16:creationId xmlns:a16="http://schemas.microsoft.com/office/drawing/2014/main" id="{975A2E56-FDBE-6319-0DE7-DADA80AE5D4E}"/>
              </a:ext>
            </a:extLst>
          </p:cNvPr>
          <p:cNvSpPr/>
          <p:nvPr userDrawn="1"/>
        </p:nvSpPr>
        <p:spPr>
          <a:xfrm>
            <a:off x="7719611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F0681A"/>
          </a:solidFill>
          <a:ln>
            <a:solidFill>
              <a:srgbClr val="F068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939DE3-0FE4-8F30-1027-33B6AF86CACB}"/>
              </a:ext>
            </a:extLst>
          </p:cNvPr>
          <p:cNvSpPr/>
          <p:nvPr userDrawn="1"/>
        </p:nvSpPr>
        <p:spPr>
          <a:xfrm flipV="1">
            <a:off x="4381687" y="5801929"/>
            <a:ext cx="7807138" cy="647749"/>
          </a:xfrm>
          <a:prstGeom prst="rect">
            <a:avLst/>
          </a:prstGeom>
          <a:solidFill>
            <a:srgbClr val="4CB978"/>
          </a:solidFill>
          <a:ln>
            <a:solidFill>
              <a:srgbClr val="4CB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AEA86E9-0180-40EC-B439-AF429BB98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8166"/>
          <a:stretch/>
        </p:blipFill>
        <p:spPr>
          <a:xfrm>
            <a:off x="9674332" y="806196"/>
            <a:ext cx="2514493" cy="4852326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11A53AB7-DF09-7D20-3614-EDDEA197E3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713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si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1" y="1676852"/>
            <a:ext cx="11371383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535615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489A2AD-6D76-A6D1-B9C4-B7D4B5F9D4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2" y="327161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80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74459" y="-42205"/>
            <a:ext cx="12337742" cy="154733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799327"/>
            <a:ext cx="11371383" cy="35183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1505131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757162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BF51D02-2732-31E7-BAA7-A74E6EC856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6" y="331282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31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726494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862776"/>
            <a:ext cx="5575494" cy="29145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6094413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A0EBB9-F320-4743-93CB-0A6146AA02BB}"/>
              </a:ext>
            </a:extLst>
          </p:cNvPr>
          <p:cNvSpPr/>
          <p:nvPr userDrawn="1"/>
        </p:nvSpPr>
        <p:spPr>
          <a:xfrm flipV="1">
            <a:off x="4485993" y="6315757"/>
            <a:ext cx="7809172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AAA2A91-F21D-62D0-717F-E3CFBEE43C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2" y="327161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561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V="1">
            <a:off x="-7827" y="0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F826C43-56D3-966D-B6FE-F750933E8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6" y="179063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711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comple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BF49F41-7172-4448-82B4-B557ED092575}"/>
              </a:ext>
            </a:extLst>
          </p:cNvPr>
          <p:cNvSpPr/>
          <p:nvPr userDrawn="1"/>
        </p:nvSpPr>
        <p:spPr>
          <a:xfrm>
            <a:off x="6004561" y="1005874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6054" y="1349865"/>
            <a:ext cx="5458265" cy="36639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0170796-D54D-DEA1-B5A0-FEE21BC742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6" y="1005873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075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290B93-A534-E449-A31D-DD3CC0E59310}"/>
              </a:ext>
            </a:extLst>
          </p:cNvPr>
          <p:cNvSpPr/>
          <p:nvPr userDrawn="1"/>
        </p:nvSpPr>
        <p:spPr>
          <a:xfrm>
            <a:off x="6094412" y="-136525"/>
            <a:ext cx="6234747" cy="7101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6584E7-278E-B541-801B-2ED2A0A4AB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805" y="-136526"/>
            <a:ext cx="6232353" cy="71012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472F2EB-8EF0-9EA3-03BB-F1A960BFEA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688" y="20054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261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y franja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36393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473373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4740438" y="1321729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500" y="1573760"/>
            <a:ext cx="6684684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76FEA30-05DE-4734-5227-64AB487E43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291" y="140743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138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grande y franja amari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261659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596" y="3651318"/>
            <a:ext cx="11371383" cy="29489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2402937"/>
            <a:ext cx="7554726" cy="89033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597798"/>
            <a:ext cx="11371383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8A591D6-DB73-A847-97ED-53541A9DD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596" y="2656772"/>
            <a:ext cx="6954129" cy="531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0">
                <a:solidFill>
                  <a:schemeClr val="accent3"/>
                </a:solidFill>
              </a:defRPr>
            </a:lvl2pPr>
            <a:lvl3pPr marL="914400" indent="0">
              <a:buNone/>
              <a:defRPr sz="1800" b="0">
                <a:solidFill>
                  <a:schemeClr val="accent3"/>
                </a:solidFill>
              </a:defRPr>
            </a:lvl3pPr>
            <a:lvl4pPr marL="1371600" indent="0">
              <a:buNone/>
              <a:defRPr sz="1600" b="0">
                <a:solidFill>
                  <a:schemeClr val="accent3"/>
                </a:solidFill>
              </a:defRPr>
            </a:lvl4pPr>
            <a:lvl5pPr marL="1828800" indent="0">
              <a:buNone/>
              <a:defRPr sz="1600" b="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Subtítulo de la diapositiva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10780BA1-41A2-4EA6-03C7-EE1400193D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6" y="331282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883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C8414-F800-AF4F-A347-22E1543303AD}"/>
              </a:ext>
            </a:extLst>
          </p:cNvPr>
          <p:cNvSpPr/>
          <p:nvPr userDrawn="1"/>
        </p:nvSpPr>
        <p:spPr>
          <a:xfrm>
            <a:off x="-197323" y="-123191"/>
            <a:ext cx="6064723" cy="710120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3B6DA7C-AD8E-6C4B-850C-194909CD13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96850" y="-136525"/>
            <a:ext cx="6064250" cy="71278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193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193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9DB59F-DDAE-F244-8F2E-EA78D937F6E3}"/>
              </a:ext>
            </a:extLst>
          </p:cNvPr>
          <p:cNvSpPr/>
          <p:nvPr userDrawn="1"/>
        </p:nvSpPr>
        <p:spPr>
          <a:xfrm>
            <a:off x="-197323" y="6132880"/>
            <a:ext cx="7554726" cy="85876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28752AD-8C92-1F54-7744-9DE01A2BFA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434" y="20054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0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mple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EF0C35-D091-8F46-A5B2-0DBB9CAF1CB0}"/>
              </a:ext>
            </a:extLst>
          </p:cNvPr>
          <p:cNvSpPr/>
          <p:nvPr userDrawn="1"/>
        </p:nvSpPr>
        <p:spPr>
          <a:xfrm>
            <a:off x="0" y="-125413"/>
            <a:ext cx="12317413" cy="7153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14266C-1F5D-8047-876A-BE7F57030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5413"/>
            <a:ext cx="12317412" cy="715327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5A9208-3D23-8B49-948B-92C9633C8794}"/>
              </a:ext>
            </a:extLst>
          </p:cNvPr>
          <p:cNvSpPr/>
          <p:nvPr userDrawn="1"/>
        </p:nvSpPr>
        <p:spPr>
          <a:xfrm>
            <a:off x="938621" y="2236765"/>
            <a:ext cx="5877176" cy="431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6D6405-D4D2-FD4D-A4D2-32B47995A1F3}"/>
              </a:ext>
            </a:extLst>
          </p:cNvPr>
          <p:cNvSpPr/>
          <p:nvPr userDrawn="1"/>
        </p:nvSpPr>
        <p:spPr>
          <a:xfrm>
            <a:off x="938621" y="1006291"/>
            <a:ext cx="5877176" cy="127267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8907" y="1349865"/>
            <a:ext cx="505816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8907" y="2518118"/>
            <a:ext cx="505816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5454E9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rgbClr val="5454E9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rgbClr val="5454E9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351846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completa y fo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1AB5CD-89A4-6C45-8CEB-FE1FC071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4413" y="-161925"/>
            <a:ext cx="6240462" cy="7153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876338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735101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230DFD-DC56-C642-92F6-085A30812C34}"/>
              </a:ext>
            </a:extLst>
          </p:cNvPr>
          <p:cNvSpPr/>
          <p:nvPr userDrawn="1"/>
        </p:nvSpPr>
        <p:spPr>
          <a:xfrm>
            <a:off x="5501830" y="6132880"/>
            <a:ext cx="6962145" cy="858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30C2BD6-E76F-043D-4076-8E94ACF106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55" y="252618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472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amp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557847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527577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5273536-1B79-322D-386D-F4CF891C48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655" y="252618"/>
            <a:ext cx="2374507" cy="99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8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9512B-1C75-9BF9-C677-7B1352E70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EC7F14-F06F-4F03-901F-671085415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8764D6-B177-851F-A6CA-F55E8184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04004-030C-4082-8DEB-B55CD1306013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6A44A6-A939-4340-A10E-15A0B30F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5919AB-C471-BA09-F47E-67041A25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33969-C861-483E-8623-BF2C044256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216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5DC225E-02CE-AB0E-6620-DF942C24082B}"/>
              </a:ext>
            </a:extLst>
          </p:cNvPr>
          <p:cNvSpPr/>
          <p:nvPr userDrawn="1"/>
        </p:nvSpPr>
        <p:spPr>
          <a:xfrm>
            <a:off x="0" y="1406341"/>
            <a:ext cx="6361043" cy="127267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DFD0C37-3510-4947-B403-64A41649FD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900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5E4B250-B9D1-60ED-C36E-44402693C196}"/>
              </a:ext>
            </a:extLst>
          </p:cNvPr>
          <p:cNvSpPr/>
          <p:nvPr userDrawn="1"/>
        </p:nvSpPr>
        <p:spPr>
          <a:xfrm>
            <a:off x="-42567" y="-42204"/>
            <a:ext cx="12334529" cy="261659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7D62A12-8E61-027D-D2B7-F2799F3251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DD2422B-2759-7F0B-1BDE-69F7A4DC16F1}"/>
              </a:ext>
            </a:extLst>
          </p:cNvPr>
          <p:cNvSpPr/>
          <p:nvPr userDrawn="1"/>
        </p:nvSpPr>
        <p:spPr>
          <a:xfrm>
            <a:off x="-42567" y="2118962"/>
            <a:ext cx="7552759" cy="890336"/>
          </a:xfrm>
          <a:prstGeom prst="rect">
            <a:avLst/>
          </a:prstGeom>
          <a:solidFill>
            <a:srgbClr val="E2E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</p:spTree>
    <p:extLst>
      <p:ext uri="{BB962C8B-B14F-4D97-AF65-F5344CB8AC3E}">
        <p14:creationId xmlns:p14="http://schemas.microsoft.com/office/powerpoint/2010/main" val="5356770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co_izq_in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5E4B250-B9D1-60ED-C36E-44402693C196}"/>
              </a:ext>
            </a:extLst>
          </p:cNvPr>
          <p:cNvSpPr/>
          <p:nvPr userDrawn="1"/>
        </p:nvSpPr>
        <p:spPr>
          <a:xfrm>
            <a:off x="-42567" y="-42204"/>
            <a:ext cx="12334529" cy="377786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7D62A12-8E61-027D-D2B7-F2799F3251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DD2422B-2759-7F0B-1BDE-69F7A4DC16F1}"/>
              </a:ext>
            </a:extLst>
          </p:cNvPr>
          <p:cNvSpPr/>
          <p:nvPr userDrawn="1"/>
        </p:nvSpPr>
        <p:spPr>
          <a:xfrm>
            <a:off x="-113172" y="1715373"/>
            <a:ext cx="10477390" cy="724599"/>
          </a:xfrm>
          <a:prstGeom prst="rect">
            <a:avLst/>
          </a:prstGeom>
          <a:solidFill>
            <a:srgbClr val="E2E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670"/>
            <a:endParaRPr lang="es-CO" sz="3199"/>
          </a:p>
        </p:txBody>
      </p:sp>
    </p:spTree>
    <p:extLst>
      <p:ext uri="{BB962C8B-B14F-4D97-AF65-F5344CB8AC3E}">
        <p14:creationId xmlns:p14="http://schemas.microsoft.com/office/powerpoint/2010/main" val="31689769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_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30">
            <a:extLst>
              <a:ext uri="{FF2B5EF4-FFF2-40B4-BE49-F238E27FC236}">
                <a16:creationId xmlns:a16="http://schemas.microsoft.com/office/drawing/2014/main" id="{9F804C37-B2D1-4E6E-6930-0AB38F69F734}"/>
              </a:ext>
            </a:extLst>
          </p:cNvPr>
          <p:cNvSpPr/>
          <p:nvPr userDrawn="1"/>
        </p:nvSpPr>
        <p:spPr>
          <a:xfrm>
            <a:off x="0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F068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924A7DB-C46A-42C1-B5C4-97C48F95B8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09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co_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30">
            <a:extLst>
              <a:ext uri="{FF2B5EF4-FFF2-40B4-BE49-F238E27FC236}">
                <a16:creationId xmlns:a16="http://schemas.microsoft.com/office/drawing/2014/main" id="{9F804C37-B2D1-4E6E-6930-0AB38F69F734}"/>
              </a:ext>
            </a:extLst>
          </p:cNvPr>
          <p:cNvSpPr/>
          <p:nvPr userDrawn="1"/>
        </p:nvSpPr>
        <p:spPr>
          <a:xfrm>
            <a:off x="0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855C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8A52676F-A951-4233-AF34-29918FAB7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298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o_vací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30">
            <a:extLst>
              <a:ext uri="{FF2B5EF4-FFF2-40B4-BE49-F238E27FC236}">
                <a16:creationId xmlns:a16="http://schemas.microsoft.com/office/drawing/2014/main" id="{9F804C37-B2D1-4E6E-6930-0AB38F69F734}"/>
              </a:ext>
            </a:extLst>
          </p:cNvPr>
          <p:cNvSpPr/>
          <p:nvPr userDrawn="1"/>
        </p:nvSpPr>
        <p:spPr>
          <a:xfrm>
            <a:off x="0" y="0"/>
            <a:ext cx="4469214" cy="6858000"/>
          </a:xfrm>
          <a:prstGeom prst="roundRect">
            <a:avLst>
              <a:gd name="adj" fmla="val 0"/>
            </a:avLst>
          </a:prstGeom>
          <a:solidFill>
            <a:srgbClr val="545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3199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441B3C59-27A4-4B6B-AE0B-1387758EB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42" y="112324"/>
            <a:ext cx="2176555" cy="9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57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FF99415-B0C8-1241-95EA-F97AD3EB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605" r:id="rId1"/>
    <p:sldLayoutId id="2147494685" r:id="rId2"/>
    <p:sldLayoutId id="2147494686" r:id="rId3"/>
    <p:sldLayoutId id="2147494687" r:id="rId4"/>
    <p:sldLayoutId id="2147494688" r:id="rId5"/>
    <p:sldLayoutId id="2147494689" r:id="rId6"/>
  </p:sldLayoutIdLst>
  <p:hf hdr="0"/>
  <p:txStyles>
    <p:titleStyle>
      <a:lvl1pPr algn="l" defTabSz="608013" rtl="0" eaLnBrk="1" fontAlgn="base" hangingPunct="1">
        <a:spcBef>
          <a:spcPct val="0"/>
        </a:spcBef>
        <a:spcAft>
          <a:spcPct val="0"/>
        </a:spcAft>
        <a:defRPr sz="2400" b="0" kern="1200" baseline="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5pPr>
      <a:lvl6pPr marL="60885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6pPr>
      <a:lvl7pPr marL="1217706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7pPr>
      <a:lvl8pPr marL="1826560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8pPr>
      <a:lvl9pPr marL="243541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5613" indent="-455613" algn="l" defTabSz="608013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676767"/>
          </a:solidFill>
          <a:latin typeface="+mn-lt"/>
          <a:ea typeface="ＭＳ Ｐゴシック" charset="0"/>
          <a:cs typeface="ＭＳ Ｐゴシック" charset="0"/>
        </a:defRPr>
      </a:lvl1pPr>
      <a:lvl2pPr marL="230188" indent="-23018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E3E829"/>
        </a:buClr>
        <a:buSzPct val="120000"/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2pPr>
      <a:lvl3pPr marL="454025" indent="-22383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33A0"/>
        </a:buClr>
        <a:buFont typeface="Wingdings" charset="0"/>
        <a:buChar char="§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3pPr>
      <a:lvl4pPr marL="758825" indent="-303213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AEC7"/>
        </a:buClr>
        <a:buFont typeface="Lucida Grande" charset="0"/>
        <a:buChar char="‣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4pPr>
      <a:lvl5pPr marL="985838" indent="-225425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5pPr>
      <a:lvl6pPr marL="334869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6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6399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48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619" r:id="rId1"/>
    <p:sldLayoutId id="2147494691" r:id="rId2"/>
    <p:sldLayoutId id="2147494690" r:id="rId3"/>
    <p:sldLayoutId id="2147494704" r:id="rId4"/>
    <p:sldLayoutId id="2147494705" r:id="rId5"/>
    <p:sldLayoutId id="2147494755" r:id="rId6"/>
    <p:sldLayoutId id="2147494756" r:id="rId7"/>
    <p:sldLayoutId id="2147494757" r:id="rId8"/>
    <p:sldLayoutId id="2147494758" r:id="rId9"/>
    <p:sldLayoutId id="2147494706" r:id="rId10"/>
    <p:sldLayoutId id="2147494739" r:id="rId11"/>
    <p:sldLayoutId id="2147494740" r:id="rId12"/>
    <p:sldLayoutId id="2147494741" r:id="rId13"/>
    <p:sldLayoutId id="2147494742" r:id="rId14"/>
    <p:sldLayoutId id="2147494743" r:id="rId15"/>
    <p:sldLayoutId id="2147494744" r:id="rId16"/>
    <p:sldLayoutId id="2147494745" r:id="rId17"/>
    <p:sldLayoutId id="2147494746" r:id="rId18"/>
    <p:sldLayoutId id="2147494747" r:id="rId19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4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708" r:id="rId1"/>
    <p:sldLayoutId id="2147494709" r:id="rId2"/>
    <p:sldLayoutId id="2147494710" r:id="rId3"/>
    <p:sldLayoutId id="2147494725" r:id="rId4"/>
    <p:sldLayoutId id="2147494726" r:id="rId5"/>
    <p:sldLayoutId id="2147494712" r:id="rId6"/>
    <p:sldLayoutId id="2147494713" r:id="rId7"/>
    <p:sldLayoutId id="2147494714" r:id="rId8"/>
    <p:sldLayoutId id="2147494715" r:id="rId9"/>
    <p:sldLayoutId id="2147494716" r:id="rId10"/>
    <p:sldLayoutId id="2147494717" r:id="rId11"/>
    <p:sldLayoutId id="2147494724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00" b="0" kern="1200">
          <a:solidFill>
            <a:srgbClr val="5454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DFC60E-4C0E-6E3F-5770-315572FA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7D6BAA-CCA4-B91F-AA8D-FFEA27B73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4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13D6B9-3E28-2E90-026E-482728A0D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04004-030C-4082-8DEB-B55CD1306013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5941C5-8161-2594-122E-41EDF054FD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F4C8F6-167E-04F6-09EF-0189FEC79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33969-C861-483E-8623-BF2C044256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11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728" r:id="rId1"/>
    <p:sldLayoutId id="2147494748" r:id="rId2"/>
    <p:sldLayoutId id="2147494749" r:id="rId3"/>
    <p:sldLayoutId id="2147494750" r:id="rId4"/>
    <p:sldLayoutId id="2147494751" r:id="rId5"/>
    <p:sldLayoutId id="2147494752" r:id="rId6"/>
    <p:sldLayoutId id="214749475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F8589-F9C0-9245-A588-BC243613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43BBDE-2D07-A240-9EA2-354DE608E3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783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477B6-9C0E-104B-8814-6613E9D5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C27C82-14AB-1443-B7C1-B97137AAC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F38F1F-641B-2342-8E64-607184B35C2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37247" y="6167424"/>
            <a:ext cx="6411722" cy="522287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528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85497-67F0-9547-B207-8D2E392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>
              <a:solidFill>
                <a:schemeClr val="tx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3C7C12-8381-E546-BBC7-A7A3D5BB2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0016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CA2B9EE-370D-1E44-B9EB-6C7D79D4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7CAF51-FE1C-1949-BF2F-CBF94D62D75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79400" y="5583810"/>
            <a:ext cx="5484922" cy="522287"/>
          </a:xfrm>
          <a:prstGeom prst="rect">
            <a:avLst/>
          </a:prstGeom>
        </p:spPr>
        <p:txBody>
          <a:bodyPr/>
          <a:lstStyle/>
          <a:p>
            <a:endParaRPr lang="es-CO" sz="1600" dirty="0">
              <a:solidFill>
                <a:srgbClr val="5454E9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C933C34-69B2-9B44-89F7-B6FC125812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933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5A63E-6CFA-6049-91E6-822D4BA4B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2661F1-208C-6747-9E1F-AD3062B7603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61410" y="4930689"/>
            <a:ext cx="3660465" cy="522287"/>
          </a:xfrm>
          <a:prstGeom prst="rect">
            <a:avLst/>
          </a:prstGeom>
        </p:spPr>
        <p:txBody>
          <a:bodyPr/>
          <a:lstStyle/>
          <a:p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58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147E6-5844-AF40-AB54-AD042191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7F8E3D-ADA7-ED4E-BD5B-CDB0C58700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15547" y="30415"/>
            <a:ext cx="6048823" cy="522287"/>
          </a:xfrm>
          <a:prstGeom prst="rect">
            <a:avLst/>
          </a:prstGeom>
        </p:spPr>
        <p:txBody>
          <a:bodyPr/>
          <a:lstStyle/>
          <a:p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C0A108-4385-104C-8610-2092024AF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429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21543-7CBE-1F46-8380-199EB9F1B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862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626688F-1DD4-B846-AB1E-DD77CB35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506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089F8-8584-0B43-A587-BFDACFA3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0479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E2082-92F1-394E-B7A1-544BBD35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355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751C16-E825-074B-BDAA-78CD3D539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9499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42734-1BC2-A197-3327-82A9622F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4958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A1408-D1C4-2850-749C-6BA69547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4240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C769B-ED55-5D3A-3E2D-68B0C1D4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963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661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350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929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652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48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9E3D7DA-B7E2-0841-BA12-737B058036B8}"/>
              </a:ext>
            </a:extLst>
          </p:cNvPr>
          <p:cNvSpPr/>
          <p:nvPr/>
        </p:nvSpPr>
        <p:spPr>
          <a:xfrm>
            <a:off x="-98473" y="3425539"/>
            <a:ext cx="12407704" cy="3566104"/>
          </a:xfrm>
          <a:prstGeom prst="rect">
            <a:avLst/>
          </a:prstGeom>
          <a:solidFill>
            <a:srgbClr val="5454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F2847C8-BE20-0D40-8761-10A64CDC4BA8}"/>
              </a:ext>
            </a:extLst>
          </p:cNvPr>
          <p:cNvSpPr/>
          <p:nvPr/>
        </p:nvSpPr>
        <p:spPr>
          <a:xfrm>
            <a:off x="3233738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1E636ED-909C-C142-B501-6F8C33D7EFB6}"/>
              </a:ext>
            </a:extLst>
          </p:cNvPr>
          <p:cNvSpPr/>
          <p:nvPr/>
        </p:nvSpPr>
        <p:spPr>
          <a:xfrm>
            <a:off x="6162675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EDB98AC-3E14-1F43-A07D-2CA2469B8380}"/>
              </a:ext>
            </a:extLst>
          </p:cNvPr>
          <p:cNvSpPr/>
          <p:nvPr/>
        </p:nvSpPr>
        <p:spPr>
          <a:xfrm>
            <a:off x="904875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B7EF481-EE9F-5B49-8DA2-B091C023F724}"/>
              </a:ext>
            </a:extLst>
          </p:cNvPr>
          <p:cNvSpPr/>
          <p:nvPr/>
        </p:nvSpPr>
        <p:spPr>
          <a:xfrm>
            <a:off x="30480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FBC1F5-4A24-444C-B6B0-C83C903B145C}"/>
              </a:ext>
            </a:extLst>
          </p:cNvPr>
          <p:cNvSpPr/>
          <p:nvPr/>
        </p:nvSpPr>
        <p:spPr>
          <a:xfrm>
            <a:off x="304801" y="2739683"/>
            <a:ext cx="2658794" cy="689317"/>
          </a:xfrm>
          <a:prstGeom prst="rect">
            <a:avLst/>
          </a:prstGeom>
          <a:solidFill>
            <a:schemeClr val="tx2"/>
          </a:solidFill>
          <a:ln>
            <a:solidFill>
              <a:srgbClr val="545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576919E-A862-A045-9311-1E2E28F7E3BB}"/>
              </a:ext>
            </a:extLst>
          </p:cNvPr>
          <p:cNvSpPr txBox="1"/>
          <p:nvPr/>
        </p:nvSpPr>
        <p:spPr>
          <a:xfrm>
            <a:off x="50643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21DF22F-7178-7D45-B8B3-A7E235136010}"/>
              </a:ext>
            </a:extLst>
          </p:cNvPr>
          <p:cNvSpPr/>
          <p:nvPr/>
        </p:nvSpPr>
        <p:spPr>
          <a:xfrm>
            <a:off x="3230881" y="2739683"/>
            <a:ext cx="2658794" cy="689317"/>
          </a:xfrm>
          <a:prstGeom prst="rect">
            <a:avLst/>
          </a:prstGeom>
          <a:solidFill>
            <a:schemeClr val="accent2"/>
          </a:solidFill>
          <a:ln>
            <a:solidFill>
              <a:srgbClr val="E4E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569331-DC35-F24D-B0F9-CC987DBA4B37}"/>
              </a:ext>
            </a:extLst>
          </p:cNvPr>
          <p:cNvSpPr txBox="1"/>
          <p:nvPr/>
        </p:nvSpPr>
        <p:spPr>
          <a:xfrm>
            <a:off x="343251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/>
              <a:t>Texto B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0598FB6-C1FA-7249-964B-4A471A49C6B6}"/>
              </a:ext>
            </a:extLst>
          </p:cNvPr>
          <p:cNvSpPr/>
          <p:nvPr/>
        </p:nvSpPr>
        <p:spPr>
          <a:xfrm>
            <a:off x="6142894" y="2739683"/>
            <a:ext cx="2658794" cy="689317"/>
          </a:xfrm>
          <a:prstGeom prst="rect">
            <a:avLst/>
          </a:prstGeom>
          <a:solidFill>
            <a:schemeClr val="accent3"/>
          </a:solidFill>
          <a:ln>
            <a:solidFill>
              <a:srgbClr val="E96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CC77C79-947F-184D-A0CA-DFB439C40C43}"/>
              </a:ext>
            </a:extLst>
          </p:cNvPr>
          <p:cNvSpPr txBox="1"/>
          <p:nvPr/>
        </p:nvSpPr>
        <p:spPr>
          <a:xfrm>
            <a:off x="6344530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C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C26D94F-7949-664D-BE7D-DBC3C22CC016}"/>
              </a:ext>
            </a:extLst>
          </p:cNvPr>
          <p:cNvSpPr/>
          <p:nvPr/>
        </p:nvSpPr>
        <p:spPr>
          <a:xfrm>
            <a:off x="9040839" y="2739683"/>
            <a:ext cx="2658794" cy="689317"/>
          </a:xfrm>
          <a:prstGeom prst="rect">
            <a:avLst/>
          </a:prstGeom>
          <a:solidFill>
            <a:schemeClr val="accent1"/>
          </a:solidFill>
          <a:ln>
            <a:solidFill>
              <a:srgbClr val="4CB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0BE73FE-0974-C24C-9778-D01D05FE46F1}"/>
              </a:ext>
            </a:extLst>
          </p:cNvPr>
          <p:cNvSpPr txBox="1"/>
          <p:nvPr/>
        </p:nvSpPr>
        <p:spPr>
          <a:xfrm>
            <a:off x="9242475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D</a:t>
            </a:r>
          </a:p>
        </p:txBody>
      </p:sp>
    </p:spTree>
    <p:extLst>
      <p:ext uri="{BB962C8B-B14F-4D97-AF65-F5344CB8AC3E}">
        <p14:creationId xmlns:p14="http://schemas.microsoft.com/office/powerpoint/2010/main" val="1610897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C065E7-CB8D-7740-9527-6F81ED002A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0819A9C-2EE4-1F4D-BECF-7D740E80D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3670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577E5-BE47-8A4A-A0AB-541EB4C0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6F301E-F981-434C-B22A-D76B00F534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7485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B25FD6-8D99-FA44-8FFF-20A942D121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12A55B3-32E9-D243-93B1-63E70FB9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6267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6B3E1D92-0B39-F546-919A-3F22EFBB7B1F}"/>
              </a:ext>
            </a:extLst>
          </p:cNvPr>
          <p:cNvSpPr/>
          <p:nvPr/>
        </p:nvSpPr>
        <p:spPr>
          <a:xfrm>
            <a:off x="6789235" y="513347"/>
            <a:ext cx="4841291" cy="1197282"/>
          </a:xfrm>
          <a:prstGeom prst="rect">
            <a:avLst/>
          </a:prstGeom>
          <a:solidFill>
            <a:schemeClr val="bg1"/>
          </a:solidFill>
          <a:ln w="28575">
            <a:solidFill>
              <a:srgbClr val="5454E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4A9BE2-527E-B041-8D6B-F7DDEA43F6B4}"/>
              </a:ext>
            </a:extLst>
          </p:cNvPr>
          <p:cNvSpPr/>
          <p:nvPr/>
        </p:nvSpPr>
        <p:spPr>
          <a:xfrm>
            <a:off x="6789235" y="2069431"/>
            <a:ext cx="4841291" cy="1197282"/>
          </a:xfrm>
          <a:prstGeom prst="rect">
            <a:avLst/>
          </a:prstGeom>
          <a:solidFill>
            <a:schemeClr val="bg1"/>
          </a:solidFill>
          <a:ln w="28575">
            <a:solidFill>
              <a:srgbClr val="5454E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4F8835-8E56-6242-8C1B-3A3A8B1766AC}"/>
              </a:ext>
            </a:extLst>
          </p:cNvPr>
          <p:cNvSpPr/>
          <p:nvPr/>
        </p:nvSpPr>
        <p:spPr>
          <a:xfrm>
            <a:off x="6789235" y="3625515"/>
            <a:ext cx="4841291" cy="1197282"/>
          </a:xfrm>
          <a:prstGeom prst="rect">
            <a:avLst/>
          </a:prstGeom>
          <a:solidFill>
            <a:schemeClr val="bg1"/>
          </a:solidFill>
          <a:ln w="28575">
            <a:solidFill>
              <a:srgbClr val="5454E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9F45AE-4205-B24B-B5EF-057E5F12F402}"/>
              </a:ext>
            </a:extLst>
          </p:cNvPr>
          <p:cNvSpPr/>
          <p:nvPr/>
        </p:nvSpPr>
        <p:spPr>
          <a:xfrm>
            <a:off x="6789235" y="5181600"/>
            <a:ext cx="4841291" cy="1197282"/>
          </a:xfrm>
          <a:prstGeom prst="rect">
            <a:avLst/>
          </a:prstGeom>
          <a:solidFill>
            <a:schemeClr val="bg1"/>
          </a:solidFill>
          <a:ln w="28575">
            <a:solidFill>
              <a:srgbClr val="5454E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93D8C2-AB81-A645-A6B8-15F6A545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B58525-2F69-0343-8C2B-ED470EEB66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55E74E2-BDC7-AE44-8CCC-FE2650BDC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615" y="648730"/>
            <a:ext cx="936000" cy="93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EC25154-F79A-FC40-AB18-0A73D777F7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3615" y="2184753"/>
            <a:ext cx="936000" cy="936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5B1EFB14-28DC-CB44-A89B-D515693655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33615" y="3806513"/>
            <a:ext cx="936000" cy="936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2547335-FFE3-3742-8008-49CFA9BD8E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3615" y="5332020"/>
            <a:ext cx="936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3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2AA72B-D1C7-9F46-ADA5-1E5BAF99B9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60978D6-7B7F-F440-9F65-EFA85579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6D92D61-9C07-0D43-8937-42C140884A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4716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30FA259-ED31-8044-9ADB-160F800A4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151551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A0"/>
        </a:solidFill>
        <a:ln>
          <a:noFill/>
        </a:ln>
        <a:effectLst/>
      </a:spPr>
      <a:bodyPr anchor="ctr"/>
      <a:lstStyle>
        <a:defPPr algn="ctr" defTabSz="608853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190C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err="1" smtClean="0">
            <a:solidFill>
              <a:srgbClr val="686968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776FA3CF-6F80-654A-B731-ABEB9CCBCA91}" vid="{FA1C77B8-9473-0941-BF96-7A398AFE1827}"/>
    </a:ext>
  </a:extLst>
</a:theme>
</file>

<file path=ppt/theme/theme2.xml><?xml version="1.0" encoding="utf-8"?>
<a:theme xmlns:a="http://schemas.openxmlformats.org/drawingml/2006/main" name="Division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FFD4C735-F419-9049-9D02-5A5008C4008B}"/>
    </a:ext>
  </a:extLst>
</a:theme>
</file>

<file path=ppt/theme/theme3.xml><?xml version="1.0" encoding="utf-8"?>
<a:theme xmlns:a="http://schemas.openxmlformats.org/drawingml/2006/main" name="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174E906E-382C-4B47-9DC5-6371F885CCC2}"/>
    </a:ext>
  </a:extLst>
</a:theme>
</file>

<file path=ppt/theme/theme4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6ADCFB-D8B6-4597-B750-4F782D11F82C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Portadas</Template>
  <TotalTime>3589</TotalTime>
  <Words>8</Words>
  <Application>Microsoft Office PowerPoint</Application>
  <PresentationFormat>Personalizado</PresentationFormat>
  <Paragraphs>4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Lucida Grande</vt:lpstr>
      <vt:lpstr>Wingdings</vt:lpstr>
      <vt:lpstr>Portadas</vt:lpstr>
      <vt:lpstr>Divisiones</vt:lpstr>
      <vt:lpstr>Interiores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dc:subject/>
  <dc:creator>Edison Leon</dc:creator>
  <cp:keywords/>
  <dc:description/>
  <cp:lastModifiedBy>Kevin David Rodriguez Belalcazar</cp:lastModifiedBy>
  <cp:revision>49</cp:revision>
  <dcterms:created xsi:type="dcterms:W3CDTF">2023-08-29T02:04:03Z</dcterms:created>
  <dcterms:modified xsi:type="dcterms:W3CDTF">2026-07-21T18:12:38Z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_Version">
    <vt:lpwstr/>
  </property>
  <property fmtid="{D5CDD505-2E9C-101B-9397-08002B2CF9AE}" pid="4" name="_Status">
    <vt:lpwstr>Not Started</vt:lpwstr>
  </property>
</Properties>
</file>